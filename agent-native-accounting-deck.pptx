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/>
    <p:restoredTop sz="73508"/>
  </p:normalViewPr>
  <p:slideViewPr>
    <p:cSldViewPr snapToGrid="0" snapToObjects="1">
      <p:cViewPr varScale="1">
        <p:scale>
          <a:sx n="147" d="100"/>
          <a:sy n="147" d="100"/>
        </p:scale>
        <p:origin x="232" y="4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4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今天讲一件事：我们要把会计软件</a:t>
            </a:r>
            <a:r>
              <a:rPr lang="zh-CN" altLang="en-US"/>
              <a:t>按智能体时代的方式来</a:t>
            </a:r>
            <a:r>
              <a:t>重写一遍。</a:t>
            </a:r>
          </a:p>
          <a:p>
            <a:endParaRPr/>
          </a:p>
          <a:p>
            <a:r>
              <a:t>先把两条路分开。一条是在现有软件上挂个 AI 助手，该填的表还是得填。另一条是推倒重写，让软件直接把活干完，而不是等人干完了再记一笔。只有第二条真正改变什么，但它要求一套完全不同的底层。今天主要讲这套底层。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这一页就是我们全部的论点。</a:t>
            </a:r>
          </a:p>
          <a:p>
            <a:endParaRPr/>
          </a:p>
          <a:p>
            <a:r>
              <a:t>会计软件之所以让你填那么多表，不是厂商懒，也不是设计差。确定性代码在物理上处理不了"看情况"，模糊性总得有个去处，而它的去处就是人。今天记账成本里的每一个小时，都是这个架构约束开出来的账单。</a:t>
            </a:r>
          </a:p>
          <a:p>
            <a:endParaRPr/>
          </a:p>
          <a:p>
            <a:r>
              <a:t>模型吃得下模糊的东西，多覆盖一个长尾几乎不加钱，而且不需要谁先把界面搭好。我想强调，这是三条具体的工程性质，不是"模型变聪明了"这种说法。</a:t>
            </a:r>
          </a:p>
          <a:p>
            <a:endParaRPr/>
          </a:p>
          <a:p>
            <a:r>
              <a:t>用 RPA 驱动这些系统这么多年，教了我们两件别人不知道得这么准的事。第一件，机械活到哪儿为止、判断从哪儿开始，我们的机器人每天在那道墙上撞上千次。第二件，客户对底下跑什么软件完全无所谓，他们要一个结果，把软件当管道看。第二件才是替换它的许可；要是客户对软件本身有感情，这件事会难做得多。</a:t>
            </a:r>
          </a:p>
          <a:p>
            <a:endParaRPr/>
          </a:p>
          <a:p>
            <a:r>
              <a:t>我也说说 RPA 的天花板。它自动化的是固定界面周围的按键动作，界面一改就崩，判断它做不了。在旧的约束下，那是当时能拿到的最好答案。我们换路线不是因为时髦，是那个约束真的松了。</a:t>
            </a:r>
          </a:p>
          <a:p>
            <a:endParaRPr/>
          </a:p>
          <a:p>
            <a:r>
              <a:t>至于现有厂商为什么不直接做，架构那几页会从结构上回答。短版本是，他们需要的那个底座是 schema 层面的决定，事后补不上；而且他们的收入，恰好靠这套东西要省掉的那些席位。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这一页回答两个问题：为什么是会计这个行业，以及为什么是我们。</a:t>
            </a:r>
          </a:p>
          <a:p>
            <a:endParaRPr/>
          </a:p>
          <a:p>
            <a:r>
              <a:t>先说行业。大部分脑力活，你没法机械地检查答案，所以人永远留在环里，产品的天花板就是打辅助。会计</a:t>
            </a:r>
            <a:r>
              <a:rPr lang="en-US"/>
              <a:t>行业不一样</a:t>
            </a:r>
            <a:r>
              <a:t>，是因为它能验。借贷必须相等，试算表必须平，明细账要跟总账勾得上，银行对账差额必须为零，税务和申报规则都是成文的。这些规则是现成的。</a:t>
            </a:r>
          </a:p>
          <a:p>
            <a:endParaRPr/>
          </a:p>
          <a:p>
            <a:r>
              <a:t>有了这些规则，我们才敢自动过账，而且说得清误差有多大；才能只把真有歧义的推给人；才能用外部审阅认的方式，讲自己的准确率。就这一件事，分开了一个 demo 和一套敢放到客户面前的系统。</a:t>
            </a:r>
          </a:p>
          <a:p>
            <a:endParaRPr/>
          </a:p>
          <a:p>
            <a:r>
              <a:t>再说为什么是我们。这些年我们的机器人执行机械步骤，一碰到要判断的地方就停死。每一次停死，都是一条带时间戳的记录，精确标出确定性自动化的边界在哪儿。一个从零起步的团队要花一年才摸出这张图，我们是把它当生产系统在养。它还告诉我们该先打哪几类、按什么顺序，按笔数排，也按出错率排。</a:t>
            </a:r>
          </a:p>
          <a:p>
            <a:endParaRPr/>
          </a:p>
          <a:p>
            <a:r>
              <a:t>有一点我要讲准。流程遥测和异常日志，我们有；客户的账簿，我们不拥有。用来训练和评测的数据，是通过现有合作、在客户授权下拿的，有些协议要更新。这是个流程问题，不是拦路石，但我不想假装它不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接下来六页讲架构。在进去之前，我想先说清楚守得住的是哪几样东西。</a:t>
            </a:r>
          </a:p>
          <a:p>
            <a:endParaRPr/>
          </a:p>
          <a:p>
            <a:r>
              <a:t>厂商靠界面做差异化的时候，护城河是用惯了和配置好了。等系统开始替你干活，变得难抄的是另外四样。</a:t>
            </a:r>
          </a:p>
          <a:p>
            <a:endParaRPr/>
          </a:p>
          <a:p>
            <a:r>
              <a:t>第一样是校验。给模型写提示词谁都会，证明输出是对的几乎没人会。在一个有标准答案的行业里，校验器本身就是产品。</a:t>
            </a:r>
          </a:p>
          <a:p>
            <a:endParaRPr/>
          </a:p>
          <a:p>
            <a:r>
              <a:t>第二样是上下文，也就是客户身上攒下来的规矩和历史。这家供应商一律进主营成本，这家客户两千五以上才资本化。这是专有的状态，不是模型。</a:t>
            </a:r>
          </a:p>
          <a:p>
            <a:endParaRPr/>
          </a:p>
          <a:p>
            <a:r>
              <a:t>第三样是权限。我想特别说一下这一条，因为它最容易被低估。界面用惯了是一种偏好，而偏好一轮采购就能推翻；但往客户账上、银行、申报里写数的权限，后面挂着我们的责任，是一个有审批留痕的治理决定，要收回它得开管理层的会。</a:t>
            </a:r>
          </a:p>
          <a:p>
            <a:endParaRPr/>
          </a:p>
          <a:p>
            <a:r>
              <a:t>第四样是评测集。提示词一下午就抄走了，几年被复核过的结账数据抄不走。</a:t>
            </a:r>
          </a:p>
          <a:p>
            <a:endParaRPr/>
          </a:p>
          <a:p>
            <a:r>
              <a:t>也有些东西没有变。记录系统更重要了，不是更不重要。智能体需要一个有真值、有权限、有历史的底座，被淘汰的是界面，不是数据库。信任、安全、保密、专业规范，还是一切的前提。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这是整套系统的架构。标题那句话就是我们的设计哲学：智能体负责决定，确定性代码负责执行，没验过的东西一律不落账。</a:t>
            </a:r>
          </a:p>
          <a:p>
            <a:endParaRPr/>
          </a:p>
          <a:p>
            <a:r>
              <a:t>我从下往上讲，因为这是真实的建设顺序。最底下是数据接入，银行、卡、工资、POS、应付邮箱、凭证、往年账套。往上是账簿内核，只追加、双时间维度、复式记账、全程可溯。再往上是确定性工具层，所有动作都带类型、自己守不变量。再往上是持久化编排，把结账清单做成能断点续跑的状态机。然后才是智能体层，再上面是校验与护栏，最上面才是客户看到的界面。</a:t>
            </a:r>
          </a:p>
          <a:p>
            <a:endParaRPr/>
          </a:p>
          <a:p>
            <a:r>
              <a:t>请各位注意校验层的位置。它在智能体之上，在客户之下。智能体产出的任何东西，不过确定性检查，进不了客户的账。这是架构上的保证，不是一条政策，也不是我们对模型行为的承诺。</a:t>
            </a:r>
          </a:p>
          <a:p>
            <a:endParaRPr/>
          </a:p>
          <a:p>
            <a:r>
              <a:t>三个菱形是我们认为专有、守得住的地方，而智能体层不在里面。这个赛道很多团队在智能体层上投得过重，因为那是看得见、能演示的部分，然后发现自己既没校验也没评测，压根判断不出来有没有变好。我们是故意反过来做的。</a:t>
            </a:r>
          </a:p>
          <a:p>
            <a:endParaRPr/>
          </a:p>
          <a:p>
            <a:r>
              <a:t>可能有人会问，为什么用持久化编排，不让智能体自己规划结账。因为结账是一份已知的清单，要拖好几天，中间得等客户回邮件，某一步失败还得有补偿逻辑。已知的流程我们用确定性方式建模，只在要判断的步骤里用智能体。让智能体在总账上自由发挥，是拿到一份自己都解释不清的财务重述的最快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这一层，抄提示词是抄不走的。</a:t>
            </a:r>
          </a:p>
          <a:p>
            <a:endParaRPr/>
          </a:p>
          <a:p>
            <a:r>
              <a:t>先说双时间维度，我举个例子。客户三月的账是四月关的，到了六月，有人来问我们三月三十一号那天认为的情况是什么、凭什么这么记。普通数据库答不上来，它只存当前状态。我们答得上来，因为我们把一件事什么时候成立、和我们什么时候知道它，分开存了。同一个机制，也让我们能把去年真实的结账数据拿出来，把智能体丢回去重跑一遍，量它的准确率。我们整套评测能力，就压在这一个 schema 选择上。</a:t>
            </a:r>
          </a:p>
          <a:p>
            <a:endParaRPr/>
          </a:p>
          <a:p>
            <a:r>
              <a:t>第二条是不可变。更正走红冲，不改数。能改的账，事后说不清；能悄悄覆盖数据的智能体，给多少钱也不该收。</a:t>
            </a:r>
          </a:p>
          <a:p>
            <a:endParaRPr/>
          </a:p>
          <a:p>
            <a:r>
              <a:t>第三条是溯源。源凭证、抽取、推理轨迹、工具调用、命中哪条规矩、谁批的、最后过账，这一整条链要能查。在现有系统里，审计日志是贴在边上的合规材料；在这里它是承重墙。项目最常死在一句话上：这笔分录怎么来的，给我看看。只有在 schema 上就为它设计过，这句话才答得上来。</a:t>
            </a:r>
          </a:p>
          <a:p>
            <a:endParaRPr/>
          </a:p>
          <a:p>
            <a:r>
              <a:t>我知道有人会算成本。只追加加上双时间维度的账簿，建起来、查起来都比可变表贵。这笔账我们在第一个月就认了，因为它事后补不回来。</a:t>
            </a:r>
          </a:p>
          <a:p>
            <a:endParaRPr/>
          </a:p>
          <a:p>
            <a:r>
              <a:t>这一层占工程量大概百分之十五到二十，而且几乎不会出现在 demo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工具层不是把 REST API 改个名字。REST API 假设调用方知道自己要什么，而工具层假设调用方很能干、很自信，但偶尔是错的。</a:t>
            </a:r>
          </a:p>
          <a:p>
            <a:endParaRPr/>
          </a:p>
          <a:p>
            <a:r>
              <a:t>第一点，报错要能指路，因为智能体会读它然后重试。四百参数错误这种报错一点用没有；分录不平、借方一千二、贷方一千一百五、差五十，这样的报错能换来一次成功的重试。在这儿，报错文案是功能，不是细节。</a:t>
            </a:r>
          </a:p>
          <a:p>
            <a:endParaRPr/>
          </a:p>
          <a:p>
            <a:r>
              <a:t>第二点，不变量归工具管，不归调用方管。平时你会信自己前端传上来的数，这里反过来。每个工具都当调用方是错的，自己去卡平衡、卡期间、卡权限。</a:t>
            </a:r>
          </a:p>
          <a:p>
            <a:endParaRPr/>
          </a:p>
          <a:p>
            <a:r>
              <a:t>第三点，幂等是硬要求，因为智能体一定会重试。</a:t>
            </a:r>
          </a:p>
          <a:p>
            <a:endParaRPr/>
          </a:p>
          <a:p>
            <a:r>
              <a:t>第四点，粒度得反复磨。太细，智能体调四十次还把上下文丢了；太粗，它表达不出意图。</a:t>
            </a:r>
          </a:p>
          <a:p>
            <a:endParaRPr/>
          </a:p>
          <a:p>
            <a:r>
              <a:t>第五点，接口面必须小、必须好找。上下文是稀缺资源，你不可能把四百个接口摆在一个推理者面前。</a:t>
            </a:r>
          </a:p>
          <a:p>
            <a:endParaRPr/>
          </a:p>
          <a:p>
            <a:r>
              <a:t>如果这一页只留一句话，就是右边那条铁律：模型不在脑子里算数，也不在脑子里套规则。竞争对手 demo 里出现的每一个错数字，都是因为让模型自己算，而不是去调一个会算的东西。</a:t>
            </a:r>
          </a:p>
          <a:p>
            <a:endParaRPr/>
          </a:p>
          <a:p>
            <a:r>
              <a:t>有人会问 MCP 或者工具协议标准化。我们兼容，但那是集成细节，不是难点。难点是把大概三十个工具的粒度和不变量设计对，那靠的是会计专业，不是协议工作。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这是三个关键部件里的最后一个，也是我认为最值钱的一个。</a:t>
            </a:r>
          </a:p>
          <a:p>
            <a:endParaRPr/>
          </a:p>
          <a:p>
            <a:r>
              <a:t>跟现在用的软件比，最大的变化是校验的对象变了。以前只校验格式对不对，现在要校验一个格式没问题的答案，内容对不对。</a:t>
            </a:r>
          </a:p>
          <a:p>
            <a:endParaRPr/>
          </a:p>
          <a:p>
            <a:r>
              <a:t>我们分三层。第一层是硬性不变量，确定性的，不讲条件，提交之前一定跑，过不去就直接拦住，不是给个提醒。第二层是统计检查，跟上期比波动，看供应商和科目的搭配是不是反常。它抓的是不变量放过去的那一类，格式没错，内容错了；它出分，不下结论。第三层是分流，过线的自动过账，没过线的进复核队列。</a:t>
            </a:r>
          </a:p>
          <a:p>
            <a:endParaRPr/>
          </a:p>
          <a:p>
            <a:r>
              <a:t>这里有一件事我想强调。模型的置信度校得很差，而且一贯自信过头，所以问它有几成把握，不算一道控制。我们的置信度是从前两层的信号，加上跑几遍看结果一致不一致推出来的。</a:t>
            </a:r>
          </a:p>
          <a:p>
            <a:endParaRPr/>
          </a:p>
          <a:p>
            <a:r>
              <a:t>接下来是这一页真正的重点。剩下那部分不确定，我们不把它当成损耗，而是当成燃料。</a:t>
            </a:r>
          </a:p>
          <a:p>
            <a:endParaRPr/>
          </a:p>
          <a:p>
            <a:r>
              <a:t>低于阈值的条目，带完整上下文推给复核人，他只看该看的那一段。他改完之后，这次修改不是就地消失，而是当场落成一条显式规则，带版本、带适用范围。我强调显式，因为规则能拿给审阅的人看，向量不行。然后规则和修正一起进评测语料，而真值来自已经结完的账，所以我们可以把智能体丢回历史期间重跑，直接给它打分。下一轮，规则先命中，模型就少猜一次；模型或者提示词一改，先过语料回归，再碰客户。</a:t>
            </a:r>
          </a:p>
          <a:p>
            <a:endParaRPr/>
          </a:p>
          <a:p>
            <a:r>
              <a:t>这就形成一个飞轮：客户每复核一条，系统下一次就少问一条。自动过账率往上走，复核量往下走，而这两个数我们都在量。这条阈值就是钱，每涨一个点对应多少工时，我们算得出来。</a:t>
            </a:r>
          </a:p>
          <a:p>
            <a:endParaRPr/>
          </a:p>
          <a:p>
            <a:r>
              <a:t>也因为这样，我们以后汇报的单位跟软件公司不一样。我们不会拿上了一个功能来汇报，我们会拿某一类的自动过账率从七十一提到八十八、对应多少工时来汇报。进度是量出来的，不是说出来的。</a:t>
            </a:r>
          </a:p>
          <a:p>
            <a:endParaRPr/>
          </a:p>
          <a:p>
            <a:r>
              <a:t>我想老实说一句，这套语料和回放框架比产品本身更难做，而且要占资深会计的标注时间。但不投这一块，就没有这个飞轮，所有指标也都变成没法验证的。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这套东西的工程形态，和传统会计软件不一样。先说明一下，这些百分比是形态上的估计，不是实测数据。</a:t>
            </a:r>
          </a:p>
          <a:p>
            <a:endParaRPr/>
          </a:p>
          <a:p>
            <a:r>
              <a:t>传统软件里，记录系统是代码库里最小、最稳、最值钱的一块，界面是最大、改得最勤的一块。主流软件底下的账簿内核可能就几千行，十年没怎么动；外面那层界面几十万行，每个版本都在改。</a:t>
            </a:r>
          </a:p>
          <a:p>
            <a:endParaRPr/>
          </a:p>
          <a:p>
            <a:r>
              <a:t>原因是界面把全部的异质性都吸走了。每来一个新客户类型、新特例、新监管差异，就多一个页面、多一个字段、多一张报表，而领域模型几乎什么都没吸。界面的复杂度，就是客户的多样性投影到确定性代码上的样子。智能体把这部分多样性吸进模型里，所以界面占比大致腰斩，我们要的是一个做到位的界面，不是四十个页面。</a:t>
            </a:r>
          </a:p>
          <a:p>
            <a:endParaRPr/>
          </a:p>
          <a:p>
            <a:r>
              <a:t>另外请注意，智能体层是占比最小的几条之一。这已经是今天第三次出现这个结论了。</a:t>
            </a:r>
          </a:p>
          <a:p>
            <a:endParaRPr/>
          </a:p>
          <a:p>
            <a:r>
              <a:t>一句话总结这一段，传统软件把工程预算花在让人在界面上更快，我们花在让机器的输出在底座上站得住。</a:t>
            </a:r>
          </a:p>
          <a:p>
            <a:endParaRPr/>
          </a:p>
          <a:p>
            <a:r>
              <a:t>如果各位关心我们的人数是不是比同类软件公司少，不是少，是结构不同。前端更少，数据和基础设施更多，再加上会计专业，而且是放在环里，不是放在旁边。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1" i="0">
                <a:solidFill>
                  <a:srgbClr val="7AB8C8"/>
                </a:solidFill>
                <a:latin typeface="Helvetica Neue"/>
                <a:ea typeface="PingFang SC"/>
              </a:rPr>
              <a:t>2026 年 8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29458"/>
            <a:ext cx="10424160" cy="748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智能体</a:t>
            </a:r>
            <a:r>
              <a:rPr lang="en-US" sz="4600" b="1" i="0">
                <a:solidFill>
                  <a:srgbClr val="FFFFFF"/>
                </a:solidFill>
                <a:latin typeface="Helvetica Neue"/>
                <a:ea typeface="PingFang SC"/>
              </a:rPr>
              <a:t>时代</a:t>
            </a: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的会计软件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846320"/>
            <a:ext cx="2011680" cy="3175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10874959" cy="2701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500" b="0" i="0">
                <a:solidFill>
                  <a:srgbClr val="8E9CAE"/>
                </a:solidFill>
                <a:latin typeface="Helvetica Neue"/>
                <a:ea typeface="PingFang SC"/>
              </a:rPr>
              <a:t>AIMI代账机器人协作平台</a:t>
            </a:r>
            <a:endParaRPr sz="1500" b="0" i="0">
              <a:solidFill>
                <a:srgbClr val="8E9CAE"/>
              </a:solidFill>
              <a:latin typeface="Helvetica Neue"/>
              <a:ea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核心论点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21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zh-CN" altLang="en-US" sz="2500" b="1">
                <a:solidFill>
                  <a:srgbClr val="111A27"/>
                </a:solidFill>
                <a:latin typeface="Helvetica Neue"/>
                <a:ea typeface="PingFang SC"/>
              </a:rPr>
              <a:t>智能体时代的软件不再是单纯的工具</a:t>
            </a:r>
            <a:endParaRPr sz="25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b="1">
                <a:solidFill>
                  <a:srgbClr val="111A27"/>
                </a:solidFill>
                <a:latin typeface="Helvetica Neue"/>
                <a:ea typeface="PingFang SC"/>
              </a:rPr>
              <a:t>传统软件</a:t>
            </a:r>
            <a:r>
              <a:rPr sz="18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局限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962656"/>
            <a:ext cx="2962656" cy="1838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传统软件只能处理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确定性的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逻辑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，多数复杂性来源于需要人通过不同的表单把需求转化为编码逻辑。这导致 </a:t>
            </a:r>
            <a:r>
              <a:rPr lang="en-US" altLang="zh-CN" sz="1300" b="0" i="0">
                <a:solidFill>
                  <a:srgbClr val="333E4F"/>
                </a:solidFill>
                <a:latin typeface="Helvetica Neue"/>
                <a:ea typeface="PingFang SC"/>
              </a:rPr>
              <a:t>SaaS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 软件需要在功能和易用性上做取舍。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>
                <a:solidFill>
                  <a:srgbClr val="333E4F"/>
                </a:solidFill>
                <a:latin typeface="Helvetica Neue"/>
                <a:ea typeface="PingFang SC"/>
              </a:rPr>
              <a:t>另外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，传统软件无法处理非结构化数据，需要大量人力进行数据录入和处理。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79976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36008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大模型带来的改变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36008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大模型的推理能力可以处理模糊的需求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，并且编码的成本极大压缩，可以动态定制客户所需界面。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多模态模型可以直接处理非结构话数据，减少人力需求。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01583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57615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7A3B08"/>
                </a:solidFill>
                <a:latin typeface="Helvetica Neue"/>
                <a:ea typeface="PingFang SC"/>
              </a:rPr>
              <a:t>会记软件</a:t>
            </a:r>
            <a:endParaRPr sz="1800" b="1" i="0">
              <a:solidFill>
                <a:srgbClr val="7A3B08"/>
              </a:solidFill>
              <a:latin typeface="Helvetica Neue"/>
              <a:ea typeface="PingFang S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57615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会记与税务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有复杂的法律法规，再加上需要面对不同的行业，导致会记软件本身复杂度高。</a:t>
            </a:r>
            <a:endParaRPr lang="en-US" altLang="zh-CN" sz="1300">
              <a:solidFill>
                <a:srgbClr val="333E4F"/>
              </a:solidFill>
              <a:latin typeface="Helvetica Neue"/>
              <a:ea typeface="PingFang SC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会计领域需要处理大量文档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图片，并且有极高的准确度要求。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9264" y="5559552"/>
            <a:ext cx="102531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PingFang SC"/>
              </a:rPr>
              <a:t>我们赌的不是模型有多聪明，是会计这件事能验。结果进客户账之前，我们有办法证明它是对的。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领域适配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会计</a:t>
            </a: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领域的可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校验性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10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多数智能体产品最后只能停在“打辅助”，因为没人说得清输出到底对不对。法律、咨询、大部分脑力活都没有标准答案。会计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领域却不同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A5366"/>
                </a:solidFill>
                <a:latin typeface="Helvetica Neue"/>
                <a:ea typeface="PingFang SC"/>
              </a:rPr>
              <a:t>1 · 规则是现成的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90672"/>
            <a:ext cx="300837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借贷必须相等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试算平衡表必须平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明细账要跟总账勾得上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银行对账差额必须为零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税务和申报规则都是成文的，不用猜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2 · 所以能先验再提交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90672"/>
            <a:ext cx="3008376" cy="1232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就这一件事，分开了一个 demo 和一套敢放到客户面前的系统。
有了它，我们才敢自动过账、而且说得清误差有多大；才能只把真有歧义的推给人</a:t>
            </a:r>
            <a:r>
              <a:rPr lang="zh-CN" altLang="en-US" sz="125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endParaRPr sz="125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101583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3 · 而且我们知道卡在哪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3090672"/>
            <a:ext cx="3008376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我们已经在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用 RPA 驱动这些系统，等于画了一张图：哪一步是机械的，哪一步非人不可。
机器人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的操作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日志加上通过现有合作能拿到的历史结账数据，这套真值集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我们不是从零起跑。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198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00" b="1">
                <a:solidFill>
                  <a:srgbClr val="0E7490"/>
                </a:solidFill>
                <a:latin typeface="Helvetica Neue"/>
                <a:ea typeface="PingFang SC"/>
              </a:rPr>
              <a:t>技术壁垒</a:t>
            </a:r>
            <a:endParaRPr sz="1100" b="1" i="0">
              <a:solidFill>
                <a:srgbClr val="0E7490"/>
              </a:solidFill>
              <a:latin typeface="Helvetica Neue"/>
              <a:ea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智能体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时代的护城河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287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传统软件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靠界面做差异化的时候，护城河是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用户习惯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生态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智能体时代</a:t>
            </a:r>
            <a:r>
              <a:rPr lang="zh-CN" altLang="en-US" sz="1500">
                <a:solidFill>
                  <a:srgbClr val="333E4F"/>
                </a:solidFill>
                <a:latin typeface="Helvetica Neue"/>
                <a:ea typeface="PingFang SC"/>
              </a:rPr>
              <a:t>，更重要的是围绕模型的控制框架。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给模型写提示词谁都会，证明输出是对的几乎没人会。在一个有标准答案的行业里，校验本身就是产品。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客户身上攒下来的规</a:t>
            </a:r>
            <a:r>
              <a:rPr lang="zh-CN" alt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和历史：这家供应商一律进主营成本。这是专有的状态，不是模型。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往账上、银行、申报里写数的权限。要收回它，是一个带责任链的治理决定，比“用惯了”结实得多。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评测集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一套带结果的语料，拿来跑回归。提示词一下午就抄走了，几年被复核过的结账数据抄不走。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7" y="2432304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9128" y="2651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什么没有变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035808"/>
            <a:ext cx="4572000" cy="1576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记录系统更重要了，不是更不重要。智能体需要一个有真值、有权限、有历史的底座；被淘汰的是界面，不是数据库。
信任、安全、保密、专业规范，还是一切的前提。押上去的是客户的账和我们自己的名声，所以架构里那些控制手段，不是可选项。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>
                <a:solidFill>
                  <a:srgbClr val="111A27"/>
                </a:solidFill>
                <a:latin typeface="Helvetica Neue"/>
                <a:ea typeface="PingFang SC"/>
              </a:rPr>
              <a:t>智能体负责决定，确定性代码负责执行</a:t>
            </a:r>
            <a:r>
              <a:rPr lang="zh-CN" altLang="en-US" sz="2400" b="1" i="0">
                <a:solidFill>
                  <a:srgbClr val="111A27"/>
                </a:solidFill>
                <a:latin typeface="Helvetica Neue"/>
                <a:ea typeface="PingFang SC"/>
              </a:rPr>
              <a:t>，
所有操作可验证可溯源</a:t>
            </a:r>
            <a:endParaRPr sz="24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客户界面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331720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异常队列</a:t>
            </a:r>
            <a:r>
              <a:rPr lang="zh-CN" alt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 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· 对话和邮件 · 报表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52344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85292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校验与护栏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87121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硬性不变量 · 波动和异常检测 · 按置信度分流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4312" y="28620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91839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392423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智能体层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0711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流程主控 · </a:t>
            </a:r>
            <a:r>
              <a:rPr 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抽取 · 分类 · 匹配 · 催单 · 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31335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93192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持久化编排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950207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把结账清单做成能断点续跑的状态机，不是放手让它自己发挥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70831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471416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工具层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489703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带类型、自己守不变量的动作：过账 · 对账 · 关账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4480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0327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501091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账簿内核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5029199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只追加 · 双时间维度 · 复式记账 · 全程可溯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502005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49823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5040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数据接入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56869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银行 · 卡 · 工资 · POS · 应付邮箱 · 凭证 · 往年账套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48088" y="2212848"/>
            <a:ext cx="1673352" cy="3707891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94392" y="2340864"/>
            <a:ext cx="1380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1" i="0">
                <a:solidFill>
                  <a:srgbClr val="6B7688"/>
                </a:solidFill>
                <a:latin typeface="Helvetica Neue"/>
                <a:ea typeface="PingFang SC"/>
              </a:rPr>
              <a:t>横向能力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276148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审计</a:t>
            </a:r>
            <a:endParaRPr lang="en-US" altLang="zh-CN" sz="11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溯源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40156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评测
回放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4392" y="404164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成本
</a:t>
            </a:r>
            <a:r>
              <a:rPr lang="en-US" sz="1100" b="0" i="0">
                <a:solidFill>
                  <a:srgbClr val="333E4F"/>
                </a:solidFill>
                <a:latin typeface="Helvetica Neue"/>
                <a:ea typeface="PingFang SC"/>
              </a:rPr>
              <a:t>监控</a:t>
            </a:r>
            <a:endParaRPr sz="11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994392" y="468172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智能体身份
最小权限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1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账簿内核：只追加、双时间维度、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可溯源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59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普通软件改一行数据就完事。有三条要求，我们用过的会计软件一个都不具备，而它们让“改一行”变得不能接受。三条都是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层面的决定，第一天不定，以后补不回来。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6766560" cy="31858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双时间维度：记账时间和生效时间分开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得答得上来“3 月 31 号那天账上是什么”。更要紧的是，只有这样才能把智能体丢回某个历史期间重跑一遍、给它打分。我们整套评测能力，就压在这一个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数据内核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选择上。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不可变：更正走红冲，不是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直接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改数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能改的账，事后说不清；能悄悄覆盖数据的智能体，给多少钱也不该收。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溯源是一等公民，而且能查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源凭证 → 抽取 → 推理轨迹 → 工具调用 → 命中哪条规矩 → 谁批的 → 过账。在现有系统里，审计日志是贴在边上的合规材料；在这里它是承重墙，工作成果全靠它站住。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200"/>
              </a:spcAft>
            </a:pPr>
            <a:r>
              <a:rPr sz="1100" b="0" i="1">
                <a:solidFill>
                  <a:srgbClr val="B45309"/>
                </a:solidFill>
                <a:latin typeface="Helvetica Neue"/>
                <a:ea typeface="PingFang SC"/>
              </a:rPr>
              <a:t>每个操作者都分类型：人、智能体，还是系统。智能体的身份、模型版本、提示词版本，都写在分录上。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32461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为什么最要紧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530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这一层，抄提示词抄不走。
客户能不能拿这套东西去面对审计和监管，也看这一层。项目最常死在一句话上：“这笔分录怎么来的，给我看看。”只有在</a:t>
            </a:r>
            <a:r>
              <a:rPr lang="en-US" sz="1250">
                <a:solidFill>
                  <a:srgbClr val="333E4F"/>
                </a:solidFill>
                <a:latin typeface="Helvetica Neue"/>
                <a:ea typeface="PingFang SC"/>
              </a:rPr>
              <a:t>数据层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上就为它设计过，这句话才答得上来。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2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工具层：面向一个不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确定</a:t>
            </a: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2778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这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不</a:t>
            </a:r>
            <a:r>
              <a:rPr lang="en-US" sz="1450">
                <a:solidFill>
                  <a:srgbClr val="333E4F"/>
                </a:solidFill>
                <a:latin typeface="Helvetica Neue"/>
                <a:ea typeface="PingFang SC"/>
              </a:rPr>
              <a:t>能简单</a:t>
            </a:r>
            <a:r>
              <a:rPr lang="zh-CN" altLang="en-US" sz="1450">
                <a:solidFill>
                  <a:srgbClr val="333E4F"/>
                </a:solidFill>
                <a:latin typeface="Helvetica Neue"/>
                <a:ea typeface="PingFang SC"/>
              </a:rPr>
              <a:t>地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把 API 改个名字。API 假设调用方知道自己要什么；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这里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工具层假设调用方很能干，但偶尔是错的。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7378"/>
            <a:ext cx="6766560" cy="4106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不变量归工具管，不归调用方管。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平时你会信自己前端传上来的数。这里反过来：每个工具都当调用方是错的，自己去卡平衡、卡期间、卡权限。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幂等是硬要求，因为智能体一定会重试。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粒度得反复磨。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太细，智能体调四十次还把上下文丢了；太粗，它表达不出意图。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接口面必须小、必须好找。上下文是稀缺资源，不能把四百个接口摆在一个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面前。</a:t>
            </a:r>
            <a:endParaRPr lang="en-US" sz="1300" b="1" i="0">
              <a:solidFill>
                <a:srgbClr val="111A27"/>
              </a:solidFill>
              <a:latin typeface="Helvetica Neue"/>
              <a:ea typeface="PingFang SC"/>
            </a:endParaRP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lang="zh-CN" altLang="en-US" sz="1300" b="1">
                <a:solidFill>
                  <a:srgbClr val="111A27"/>
                </a:solidFill>
                <a:latin typeface="Helvetica Neue"/>
                <a:ea typeface="PingFang SC"/>
              </a:rPr>
              <a:t>报错要能指路，因为智能体会读它然后重试。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“400 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参数错误”一点用没有。“分录不平：借方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1,200.00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，贷方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1,150.00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，差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50.00”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 能换来一次成功的重试。在这儿，报错文案是功能，不是细节。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endParaRPr sz="13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2542032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50" b="1" i="0">
                <a:solidFill>
                  <a:srgbClr val="0A5366"/>
                </a:solidFill>
                <a:latin typeface="Helvetica Neue"/>
                <a:ea typeface="PingFang SC"/>
              </a:rPr>
              <a:t>原则</a:t>
            </a:r>
            <a:endParaRPr sz="1150" b="1" i="0">
              <a:solidFill>
                <a:srgbClr val="0A5366"/>
              </a:solidFill>
              <a:latin typeface="Helvetica Neue"/>
              <a:ea typeface="PingFang S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不期待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模型不在脑子里算数，也不在脑子里套规则。
每一次状态变更都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由模型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走一个带类型的工具调用，由工具自己校验。智能体只管挑哪个工具、传什么参数；对不对，是工具的事。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校验、分流，和越用越准的闭环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4241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33E4F"/>
                </a:solidFill>
                <a:latin typeface="Helvetica Neue"/>
                <a:ea typeface="PingFang SC"/>
              </a:rPr>
              <a:t>跟现在用的软件比，最大的变化是：以前只校验格式对不对，现在要校验一个格式没问题的答案，内容对不对。而校验剩下的那部分不确定，正好是系统进步的燃料。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第一层 · 硬性不变量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确定性的，不讲条件，提交之前一定跑。借贷平衡、试算表勾稽、明细账对总账、对账差额、查重、期间锁定。这一层过不去就是直接拦住，不是给个提醒。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第二层 · 统计检查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跟上期比波动，看供应商和科目的搭配是不是反常，看分布有没有异常。抓的是不变量放过去的那一类：格式没错，内容错了。它出分，不下结论。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7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第三层 · 分流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过线的自动过账；没过线的带上全部上下文进复核队列。置信度是从前两层的信号、加上跑几遍看结果一致不一致推出来的。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886200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688"/>
                </a:solidFill>
                <a:latin typeface="Helvetica Neue"/>
                <a:ea typeface="PingFang SC"/>
              </a:rPr>
              <a:t>置信度来自前两层的信号，和多次独立运行之间的一致性。我们不问模型“你有几成把握”，因为它一贯自信过头。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13308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i="0">
                <a:solidFill>
                  <a:srgbClr val="0E7490"/>
                </a:solidFill>
                <a:latin typeface="Helvetica Neue"/>
                <a:ea typeface="PingFang SC"/>
              </a:rPr>
              <a:t>剩下的不确定，走这个闭环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① 不确定的交给人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低于阈值的条目带完整上下文进复核队列。复核人只看该看的那一段，不用满屏去找。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319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69487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② 修正当场结构化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9487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每一次修改都落成一条显式规则，带版本、带适用范围，而不是悄悄进一个向量库。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6071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270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9438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③ 回灌语料与回放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规则和修正一起进评测语料。真值来自已经结完的账，把智能体丢回历史期间重跑就能打分。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6022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8221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9389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④ 下一轮少问一次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9389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规则先命中，模型少猜。模型或提示词一改，先过语料回归，再碰客户。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961888"/>
            <a:ext cx="10874959" cy="457200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0976" y="6071616"/>
            <a:ext cx="102897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FFFFFF"/>
                </a:solidFill>
                <a:latin typeface="Helvetica Neue"/>
                <a:ea typeface="PingFang SC"/>
              </a:rPr>
              <a:t>这就是飞轮：客户每复核一条，系统下一次就少问一条。自动过账率往上走，复核量往下走，而这条阈值就是钱。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D5DCE4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工程形态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工程形态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的改变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050530"/>
              </p:ext>
            </p:extLst>
          </p:nvPr>
        </p:nvGraphicFramePr>
        <p:xfrm>
          <a:off x="658368" y="1953330"/>
          <a:ext cx="10872216" cy="3346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分层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传统软件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我们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变化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记录系统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同样的内核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，更高的要求</a:t>
                      </a:r>
                      <a:endParaRPr sz="1150" b="0" i="0">
                        <a:solidFill>
                          <a:srgbClr val="333E4F"/>
                        </a:solidFill>
                        <a:latin typeface="Helvetica Neue"/>
                        <a:ea typeface="PingFang SC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工具层（带类型的动作）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全新，而且不等于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传统的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 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API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校验与护栏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全新，现有软件里没有对应的东西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评测与真值语料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全新，同时当测试、也当需求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持久化编排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2%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跟定时任务、队列不是一回事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智能体层（提示词、记忆）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但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比大家想的小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界面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30–40%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0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–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占比降一半，性质也变了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数据集成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类似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，多一层智能体兜底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平台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多了智能体身份和成本遥测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595251"/>
            <a:ext cx="10874959" cy="694944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5759843"/>
            <a:ext cx="1028974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PingFang SC"/>
              </a:rPr>
              <a:t>传统软件把工程预算花在“让人在界面上更快”。我们花在“让机器的输出在底座上站得住”。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1865</Words>
  <Application>Microsoft Macintosh PowerPoint</Application>
  <PresentationFormat>Widescreen</PresentationFormat>
  <Paragraphs>264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Chunliang Lyu</cp:lastModifiedBy>
  <cp:revision>14</cp:revision>
  <dcterms:created xsi:type="dcterms:W3CDTF">2013-01-27T09:14:16Z</dcterms:created>
  <dcterms:modified xsi:type="dcterms:W3CDTF">2026-08-17T01:32:04Z</dcterms:modified>
  <cp:category/>
</cp:coreProperties>
</file>